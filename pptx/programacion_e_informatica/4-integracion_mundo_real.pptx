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Integración y Mundo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Conectando sistemas y desplegando aplicaciones 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vamos a aprender?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¡Hoy conectamos nuestro código con el mundo real! 🚀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1: Entender qué son las APIs y cómo funcionan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2: Conocer los verbos HTTP (GET, POST, PUT, DELETE)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3: Aprender sobre autenticación y seguridad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4: Comprender el ciclo de vida del software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Como conectar piezas de LEGO: cada API es una pieza que encaja con otras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es una API?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Application Programming Interface (Interfaz de Programación) 🔌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 un 'contrato' que define cómo comunicarse con un sistema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Permite que diferentes aplicaciones hablen entre sí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Como un menú de restaurant: lista lo que puedes pedir y cómo pedirlo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Tu app pide datos → API procesa → API responde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Ejemplo: App del clima pide temperatura → API responde '22°C'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REST: El Estándar de las APIs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REST = Representational State Transfer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 un estilo arquitectónico para crear APIs web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Principios de REST: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Cliente-Servidor separados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Sin estado (cada petición es independiente)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URLs representan recursos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/api/usuarios → Lista de usuarios
/api/usuarios/123 → Usuario con ID 123
/api/facturas → Lista de facturas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Verbos HTTP: Acciones sobre Recursos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Verbo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Leer/Consultar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Consultar saldo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Crear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Crear nueva empresa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Actualizar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Actualizar datos de usuario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Eliminar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Borrar factura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Petición 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Consultar el saldo de una billetera digital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Petición:
GET /api/billeteras/12345/saldo
Respuesta (JSON):
{
  "billetera_id": 12345,
  "propietario": "Juan Pérez",
  "saldo": 150000,
  "moneda": "CLP"
}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GET solo lee datos, nunca los modifica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Petición POST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Crear una nueva empresa en el sistema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Petición:
POST /api/empresas
Body (JSON):
{
  "nombre": "Tech Solutions S.A.",
  "rut": "76.123.456-7",
  "email": "contacto@techsolutions.cl"
}
Respuesta:
{
  "id": 789,
  "nombre": "Tech Solutions S.A.",
  "mensaje": "Empresa creada exitosamente"
}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Ejemplos: PUT y DELETE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Actualizar email de un usuario (PUT):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PUT /api/usuarios/123
Body: {"email": "nuevo@email.com"}
Respuesta: {"mensaje": "Usuario actualizado"}
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Eliminar una factura (DELETE):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DELETE /api/facturas/456
Respuesta: {"mensaje": "Factura eliminada"}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PUT modifica recursos existentes, DELETE los elimina permanentemente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Autenticación y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Método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Seguridad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Usuario/Contraseña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Login tradicional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⭐⭐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Código temporal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⭐⭐⭐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Token con información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⭐⭐⭐⭐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OAuth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Login con Google/Facebook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Autenticación con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Como una pulsera de evento: la muestras para entrar 🎟️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1️⃣ Usuario hace login con usuario/contraseña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2️⃣ Servidor valida credenciales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3️⃣ Servidor genera un token único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4️⃣ Cliente guarda el token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5️⃣ Cada petición incluye el token en el header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Authorization: Bearer eyJhbGciOiJIUzI1NiIsInR5cCI6IkpXVCJ9...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 token expira después de cierto tiempo ⏱️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JWT: JSON Web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Token que contiene información codificada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Estructura: Header.Payload.Signature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Payload (decodificado):
{
  "usuario_id": 123,
  "email": "juan@email.com",
  "rol": "admin",
  "exp": 1700000000
}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La firma garantiza que el token no fue modificado 🛡️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Servidor verifica la firma antes de confiar en el token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Consumo de APIs Externas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Integrar con servicios de impuestos del SII (Chile)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import requests
# Consultar datos de empresa por RUT
rut = "76.123.456-7"
url = f"https://api.sii.cl/empresas/{rut}"
headers = {"Authorization": "Bearer tu_token_aqui"}
response = requests.get(url, headers=headers)
if response.status_code == 200:
    datos = response.json()
    print("Razon Social:", datos["razon_social"])
else:
    print("Error:", response.status_code)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Integración con Banco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Procesar pago con tarjeta de crédito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# API del banco procesador
POST /api/pagos
Body:
{
  "monto": 50000,
  "tarjeta": {
    "numero": "4532-****-****-1234",
    "cvv": "***",
    "expiracion": "12/25"
  },
  "descripcion": "Compra en tienda online"
}
Respuesta:
{
  "transaccion_id": "TXN789456",
  "estado": "aprobado",
  "fecha": "2024-11-25T14:30:00Z"
}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Ciclo de Vida del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El viaje del código desde la idea hasta producción 🛤️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📝 1. Planificación: Definir qué construir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💻 2. Desarrollo: Escribir el código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🧪 3. Testing: Probar que funcione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🚀 4. Despliegue: Publicar en internet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🔧 5. Mantenimiento: Corregir bugs y agregar features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Es un ciclo continuo, no un proceso lineal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Control de Versiones: Git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Comando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git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Iniciar repositorio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git add .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Preparar cambios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git commit -m 'mensaje'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Guardar cambios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git push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Subir a servidor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git pull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Descargar cambios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Branching: Trabajar en Paralelo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Ramas (branches) permiten trabajar en features sin afectar el código principal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main (producción) ────────────●──────────●───→
                              ↑          ↑
feature-login ──●──●──●──●──●┘          │
feature-pagos ──●──●──●──●──●──────────┘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Desarrollas en tu rama, luego haces merge a main cuando está listo ✅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Evita conflictos cuando varios desarrolladores trabajan juntos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Testing: Asegurar la Calidad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¡Probar antes de enviar a producción! 🧪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Pruebas Unitarias: Probar funciones individuales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def test_calcular_iva():
    precio = 100000
    resultado = calcular_iva(precio)
    assert resultado == 19000, "IVA incorrecto"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Si el cálculo financiero está mal, ¡puede ser desastroso! 💸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Test aprobado ✅ → Código confiable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Tipos de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Qué Prueba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Unitarias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Funciones aisladas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test_calcular_iva()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Integración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Componentes juntos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API + Base de Datos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Flujo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Login → Compra → Pago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Carga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Rendimiento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10,000 usuarios simultáneos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Despliegue: Publicar el ERP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Servidor Propio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Comprar y mantener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Data center físico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VPS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Servidor virtual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DigitalOcean, Linode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Infraestructura escalable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AWS, Azure, GCP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Plataforma gestionada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Heroku, Vercel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CI/CD: Despliegue Continuo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CI = Continuous Integration (Integración Continua)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CD = Continuous Deployment (Despliegue Continuo)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Flujo automatizado: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1. Desarrollador hace push a Git
2. CI ejecuta tests automaticamente
3. Si tests pasan, Build del proyecto
4. CD despliega a servidor
5. Aplicacion actualizada en minutos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De código a producción sin intervención manual 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Monitoreo y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Herramienta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Qué Monitorea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Elasticsearch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Errores y eventos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New Relic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Tiempo de respuesta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¿Está funcionando?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Errores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Sentry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Crashes y excepciones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¡Tu Turno de Practicar! 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Diseñar una API REST para un sistema de biblioteca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Endpoints necesarios: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GET /api/libros → Listar todos los libros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GET /api/libros/:id → Obtener un libro específico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POST /api/libros → Agregar nuevo libro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PUT /api/libros/:id → Actualizar libro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DELETE /api/libros/:id → Eliminar libro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Define qué datos envía y recibe cada endpoint en formato JSON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lo Aprendido! 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✅ APIs permiten que sistemas se comuniquen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REST usa verbos HTTP: GET, POST, PUT, DELETE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Autenticación con tokens (JWT) protege recursos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Consumir APIs externas integra servicios (bancos, impuestos)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Git guarda historial de cambios del código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Testing asegura que el código funcione correctamente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Despliegue pone la aplicación en internet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CI/CD automatiza el proceso de prueba y despliegue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¡Ahora puedes crear, integrar y desplegar sistemas reales! 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El Camino del Programador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¡Has completado el viaje desde cero hasta sistemas profesionales! 🎉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Nivel 1: Entendiste cómo funcionan las computadoras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Nivel 2: Aprendiste los fundamentos (variables, if, loops)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Nivel 3: Organizaste datos y creaste funciones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Nivel 4: Diseñaste arquitecturas escalables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Nivel 5: Conectaste con el mundo real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Ahora puedes crear un ERP completo desde cero 💼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¡La programación es una aventura sin fin! Sigue aprendiendo y construyendo 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