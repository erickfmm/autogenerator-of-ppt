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Introducción a la Programación e Informática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Del pensamiento humano a las máquinas 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¿Qué vamos a aprender?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¡Bienvenidos al mundo de la programación! 🚀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1: Entender cómo funciona una computadora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2: Conocer la historia de la computación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Objetivo 3: Aprender a pensar como un programador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Como cuando sigues una receta de cocina paso a paso, programar es dar instrucciones precisas a la computadora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De la Máquina de Turing al Cloud Computing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📜 1936: Alan Turing propone la primera computadora teórica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💻 1940s: Primeras computadoras electrónicas (ENIAC)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🖥️ 1980s: Computadoras personales en los hogares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🌐 1990s: Internet y la World Wide Web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☁️ 2010s: Cloud Computing y Apps móviles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En menos de 100 años pasamos de máquinas del tamaño de habitaciones a tener supercomputadoras en nuestros bolsillos 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Hardware vs. Software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Hardware 🔧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Software 💾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Físico y tangible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Digital e intangible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CPU, RAM, disco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Programas y aplicaciones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Se puede tocar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Solo se puede ejecutar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Ej: Teclado, mouse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Ej: Windows, Chrome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El Sistema Binario: El Lenguaje de las Máquinas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Las computadoras solo entienden dos estados: 0 y 1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🔌 0 = Sin electricidad (apagado)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💡 1 = Con electricidad (encendido)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El número 5 en decimal se representa como 101 en binario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101 = 1×4 + 0×2 + 1×1 = 4 + 0 + 1 = 5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¡Todo lo que ves en la pantalla son combinaciones de 0s y 1s! 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Representación de Datos en Bits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Unidad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Equivalencia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 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 bits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 Kilobyte (KB)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1,024 Bytes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 Megabyte (MB)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1,024 KB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 Gigabyte (GB)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1,024 MB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¿Qué es un Lenguaje de Programación?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Es una forma de comunicarnos con la computadora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Los humanos escriben código, la máquina lo ejecuta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Hay cientos de lenguajes: Python 🐍, JavaScript 📜, Java ☕, C++ ⚡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print('Hola Mundo') → Le dice a la computadora que muestre un mensaje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Lenguajes Compilados vs. Interpretados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Compilados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Interpretados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Se traducen antes ⏭️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Se traducen al momento ▶️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Más rápidos 🚀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Más flexibles 🔄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C, C++, 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Python, JavaScript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Ej: .exe en Windows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Ej: Scripts web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Pensamiento Algorítmico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¡El superpoder de todo programador! 🧠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Algoritmo = Secuencia de pasos para resolver un problema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Algoritmo para hacer café: 1) Calentar agua, 2) Agregar café, 3) Servir en taza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Los programadores planifican antes de escribir código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Diagramas de Flujo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Son representaciones visuales de algoritmos 📊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🔵 Óvalos: Inicio/Fin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🔷 Rombos: Decisiones (Sí/No)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📦 Rectángulos: Procesos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➡️ Flechas: Flujo del programa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Diagrama para validar login: ¿Usuario existe? → Sí: Permitir acceso / No: Mostrar error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Pseudocódigo: Planificando la Lógica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Es escribir la lógica en lenguaje humano estructurado</a:t>
            </a:r>
          </a:p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Registro de un nuevo usuario en un sistema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INICIO
  Leer nombre_usuario
  Leer contraseña
  SI contraseña tiene menos de 8 caracteres ENTONCES
    Mostrar "Contraseña muy corta"
  SINO
    Guardar usuario en base de datos
    Mostrar "Usuario registrado exitosamente"
  FIN SI
FIN
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Práctico: Validación de Edad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Crear un algoritmo que valide si una persona puede votar (18+ años)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INICIO
  Leer edad
  SI edad &gt;= 18 ENTONCES
    Mostrar "Puede votar"
  SINO
    Mostrar "No puede votar"
  FIN SI
FIN
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Este mismo algoritmo se puede escribir en cualquier lenguaje de programación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Aplicación: Sistema de Registro de Usuarios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En un ERP, necesitamos registrar empresas y empleados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Pseudocódigo para validar RUT chileno:</a:t>
            </a:r>
          </a:p>
          <a:p>
            <a:r>
              <a:rPr sz="1600"/>
              <a:t>🔢 </a:t>
            </a:r>
            <a:r>
              <a:rPr sz="1600" i="1">
                <a:solidFill>
                  <a:srgbClr val="2980B9"/>
                </a:solidFill>
              </a:rPr>
              <a:t>1. Leer RUT ingresado
2. Verificar formato (XX.XXX.XXX-X)
3. Calcular dígito verificador
4. Comparar con el dígito ingresado
5. Si coincide, RUT válido
6. Si no coincide, RUT inválido
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¡Tu Turno de Practicar! 💪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Crea un algoritmo para aprobar o rechazar una transacción bancaria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1: Leer el saldo actual de la cuenta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2: Leer el monto de la transacción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3: Comparar si el saldo es mayor o igual al monto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Paso 4: Decidir aprobar o rechazar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Piensa en la lógica antes de escribir código. ¡Ese es el pensamiento algorítmico!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¡Resumen de lo Aprendido! 🎓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✅ La historia de la computación nos muestra cómo llegamos hasta aquí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Hardware es físico, Software es lógico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Las máquinas hablan en binario (0 y 1)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Los lenguajes de programación traducen nuestras ideas a código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Los algoritmos son planes paso a paso para resolver problemas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✅ Diagramas de flujo y pseudocódigo nos ayudan a planificar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¡Ya tienes las bases para empezar a programar!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