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Estructuras de Datos y Modularidad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Organizando información y reutilizando código 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¿Qué vamos a aprender?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¡Hoy organizamos datos y creamos funciones reutilizables! 🎯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Objetivo 1: Almacenar múltiples valores en listas y arrays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Objetivo 2: Usar diccionarios para datos estructurados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Objetivo 3: Intercambiar datos con formato JSON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Objetivo 4: Crear funciones para no repetir código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Como organizar un archivador: cada cajón tiene carpetas con documentos específicos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Listas y Arrays: Múltiples Valores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¡Una variable que guarda muchos valores! 📦📦📦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En vez de crear 10 variables separadas, usamos 1 lista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# Forma incorrecta
transaccion1 = 15000
transaccion2 = 23000
transaccion3 = 8500
# Forma correcta
transacciones = [15000, 23000, 8500, 12000, 31000]
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Las listas se indexan desde 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Acceso a Elementos de una Lista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Operación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Código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Resultado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Primer elemento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transacciones[0]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15000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Segundo elemento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transacciones[1]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23000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Último elemento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transacciones[-1]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31000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Cantidad de elementos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len(transacciones)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Operaciones con Listas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Agregar elementos: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transacciones.append(18000)  # Agrega al final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Eliminar elementos: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transacciones.remove(8500)  # Elimina ese valor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Recorrer la lista: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for transaccion in transacciones:
    print("Venta:", transaccion)
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Ejemplo: Gestión de Empleados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Almacenar y procesar lista de empleados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empleados = ["Ana", "Juan", "Maria", "Pedro"]
# Agregar nuevo empleado
empleados.append("Carlos")
# Pagar a todos
for empleado in empleados:
    print("Procesando pago de", empleado)
# Cantidad total
print("Total empleados:", len(empleados))
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Resultado: Total empleados: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Diccionarios: Datos Estructurados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¡Como una ficha con múltiples campos! 📋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Cada dato tiene una clave (nombre del campo) y un valor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empresa = {
    "nombre": "Tech Solutions S.A.",
    "rut": "76.123.456-7",
    "saldo": 1500000,
    "activo": True
}
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Se accede por clave, no por índice numérico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Acceso a Datos en Diccionarios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Operación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Código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Resultado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Obtener valor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empresa['nombre']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Tech Solutions S.A.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Modificar valor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empresa['saldo'] = 2000000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2000000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Agregar campo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empresa['ciudad'] = 'Santiago'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Santiago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Verificar clave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'rut' in empresa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Ejemplo: Registro de Cliente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Crear y gestionar información de un cliente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cliente = {
    "id": 12345,
    "nombre": "Juan Pérez",
    "email": "juan@email.com",
    "compras_totales": 0,
    "vip": False
}
# Registrar una compra
cliente["compras_totales"] += 50000
# Promover a VIP si compra más de 100000
if cliente["compras_totales"] &gt; 100000:
    cliente["vip"] = True
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Listas de Diccionarios: Base de Datos Simple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¡Combinar listas y diccionarios para datos complejos! 🗄️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facturas = [
    {"numero": 1001, "cliente": "Empresa A", "monto": 150000},
    {"numero": 1002, "cliente": "Empresa B", "monto": 230000},
    {"numero": 1003, "cliente": "Empresa C", "monto": 180000}
]
# Calcular total facturado
total = 0
for factura in facturas:
    total += factura["monto"]
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Total facturado: 560000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JSON: El Formato Universal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JavaScript Object Notation - Estándar para intercambiar datos 🌐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Es como un diccionario pero en formato de texto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{
  "numero_factura": 1001,
  "cliente": "Empresa A",
  "items": [
    {"producto": "Laptop", "precio": 500000},
    {"producto": "Mouse", "precio": 15000}
  ],
  "total": 515000
}
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APIs, bases de datos y archivos usan JSON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Trabajar con JSON en Código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Convertir diccionario a JSON (texto):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import json
factura_dict = {"numero": 1001, "monto": 150000}
factura_json = json.dumps(factura_dict)
# Resultado: '{"numero": 1001, "monto": 150000}'
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Convertir JSON (texto) a diccionario: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texto = '{"numero": 1002, "monto": 230000}'
factura = json.loads(texto)
print(factura["monto"])  # 230000
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Funciones: No Repetir Código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Principio DRY: Don't Repeat Yourself 🔁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Si escribes el mismo código 2 veces, crea una función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En vez de calcular IVA manualmente cada vez: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# ❌ Repetitivo
total1 = precio1 * 1.19
total2 = precio2 * 1.19
total3 = precio3 * 1.19
# ✅ Con función
def calcular_con_iva(precio):
    return precio * 1.19
total1 = calcular_con_iva(precio1)
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Estructura de una Función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Parte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Ejemplo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Nombre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Identifica la función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calcular_iva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Parámetros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Datos de entrada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(precio)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Cuerpo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Código a ejecutar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total = precio * 0.19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Retorno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Dato de salida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return total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Ejemplo: Función Validar RUT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Crear función que valide formato de RUT chileno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def validar_rut(rut):
    # Eliminar puntos y guion
    rut_limpio = rut.replace(".", "").replace("-", "")
    # Verificar longitud
    if len(rut_limpio) &lt; 8 or len(rut_limpio) &gt; 9:
        return False
    # Validar que sean numeros (excepto ultimo digito)
    if not rut_limpio[:-1].isdigit():
        return False
    return True
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validar_rut('12.345.678-9') → True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Parámetros y Valores de Retorno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Input → Proceso → Output 🔄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Función con múltiples parámetros: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def calcular_descuento(precio, porcentaje):
    descuento = precio * (porcentaje / 100)
    precio_final = precio - descuento
    return precio_final
# Uso
total = calcular_descuento(100000, 10)
print(total)  # 90000
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Los parámetros son variables locales dentro de la función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Alcance de Variables (Scope)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1219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Tipo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Alcance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Uso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Variable Local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Dentro de la función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Solo existe en la función</a:t>
                      </a:r>
                    </a:p>
                  </a:txBody>
                  <a:tcPr/>
                </a:tc>
              </a:tr>
              <a:tr h="1219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Variable Global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Fuera de funciones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Accesible en todo el código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Ejemplo Completo: Sistema de Descuentos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Sistema que aplica descuentos según tipo de cliente</a:t>
            </a:r>
          </a:p>
          <a:p>
            <a:r>
              <a:rPr sz="1600"/>
              <a:t>📝 </a:t>
            </a:r>
            <a:r>
              <a:rPr sz="1600" i="1">
                <a:solidFill>
                  <a:srgbClr val="2ECC71"/>
                </a:solidFill>
              </a:rPr>
              <a:t>def calcular_precio_final(precio, es_vip):
    if es_vip:
        descuento = precio * 0.15
    else:
        descuento = precio * 0.10
    precio_final = precio - descuento
    return precio_final
# Uso
cliente_vip = calcular_precio_final(100000, True)
cliente_normal = calcular_precio_final(100000, False)
</a:t>
            </a:r>
          </a:p>
          <a:p>
            <a:r>
              <a:rPr sz="1600"/>
              <a:t>🔢 </a:t>
            </a:r>
            <a:r>
              <a:rPr sz="1600" i="1">
                <a:solidFill>
                  <a:srgbClr val="2980B9"/>
                </a:solidFill>
              </a:rPr>
              <a:t>VIP: 85000 | Normal: 90000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¡Tu Turno de Practicar! 💪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/>
              <a:t>❓ </a:t>
            </a:r>
            <a:r>
              <a:rPr sz="1600" i="1">
                <a:solidFill>
                  <a:srgbClr val="E74C3C"/>
                </a:solidFill>
              </a:rPr>
              <a:t>Crear función que procese lista de ventas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La función debe: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 1. Recibir una lista de montos de ventas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 2. Calcular el total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 3. Calcular el promedio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  4. Retornar ambos valores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Pista: Usa len() para contar elementos y sum() para sumar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980B9"/>
                </a:solidFill>
              </a:defRPr>
            </a:pPr>
            <a:r>
              <a:t>¡Resumen de lo Aprendido! 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2C3E50"/>
                </a:solidFill>
              </a:defRPr>
            </a:pPr>
            <a:r>
              <a:t>✅ Listas almacenan múltiples valores en una sola variable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✅ Diccionarios organizan datos con claves y valores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✅ JSON es el formato estándar para intercambiar datos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✅ Combinar listas y diccionarios crea estructuras complejas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✅ Funciones evitan repetir código (principio DRY)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✅ Funciones tienen parámetros (input) y retorno (output)</a:t>
            </a:r>
          </a:p>
          <a:p>
            <a:pPr>
              <a:defRPr sz="1800">
                <a:solidFill>
                  <a:srgbClr val="2C3E50"/>
                </a:solidFill>
              </a:defRPr>
            </a:pPr>
            <a:r>
              <a:t>✅ Variables locales existen solo dentro de la función</a:t>
            </a:r>
          </a:p>
          <a:p>
            <a:r>
              <a:rPr sz="1600"/>
              <a:t>💡 </a:t>
            </a:r>
            <a:r>
              <a:rPr sz="1600" i="1">
                <a:solidFill>
                  <a:srgbClr val="F1C40F"/>
                </a:solidFill>
              </a:rPr>
              <a:t>¡Ya puedes organizar datos y crear código modular!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