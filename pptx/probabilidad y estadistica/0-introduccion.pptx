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Introducción a la Probabilidad y Estadística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¡Una aventura con números y adivinanzas!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vamos a aprender?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¡Bienvenidos, exploradores de datos!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Vamos a descubrir dos superpoderes: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Estadística: El poder de entender lo que ya pasó (¡como un detective!).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Probabilidad: El poder de adivinar lo que podría pasar (¡como un mago!).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Estadística es ver qué sabor de helado fue el más vendido ayer. Probabilidad es adivinar cuál será el más vendido mañana.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es la Estadística? ¡El Poder del Detective!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Es el arte de coleccionar, organizar y entender la información (los datos).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Nos ayuda a descubrir secretos escondidos en los números.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como encontrar pistas para resolver un misterio! 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Hacer una encuesta en tu clase para saber cuál es el superhéroe favorito de todos.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La Estadística está en TODAS PARTES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En tu celular: viendo cuántos 'likes' tiene una foto.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En los deportes: viendo quién ha metido más goles.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En los videojuegos: viendo tu récord de puntos.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En Netflix: mostrándote las series más populares.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¡Usas estadísticas todos los días sin darte cuenta!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 Estadística: La Guerra de Helados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Sabor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Nº de Fans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Chocolate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Vainilla 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Fresa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Limón 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es la Probabilidad? ¡El Poder del Mago!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Es el arte de medir las posibilidades de que algo ocurra en el futuro.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Se usa cuando hay duda o no estamos seguros de lo que pasará.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como predecir el futuro con matemáticas! 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¿Qué tan posible es que llueva hoy? ¿50 por ciento? ¿80 por ciento?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La Probabilidad está en JUEGO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En los juegos de mesa: al lanzar un dado.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En las cartas: ¿qué chance tienes de sacar un As?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En los deportes: ¿ganará tu equipo el próximo partido?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En el clima: cuando ves el pronóstico del tiempo.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En los sorteos: ¿qué tan posible es que ganes?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¡La probabilidad te ayuda a apostar y tomar decisiones!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 Probabilidad: La Bolsa Misteriosa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Tienes una bolsa con 10 canicas: 7 rojas y 3 azules.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Si metes la mano sin mirar, ¿qué color es más fácil de sacar?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Respuesta: ¡El rojo!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Tienes más chances de sacar una canica roja porque hay más.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¡La probabilidad te dice cuál es la apuesta más segura!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Diferencias Clave: Detective vs. Mago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Estadística (Detective 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Probabilidad (Mago 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Mira al PASADO (lo que ya ocurrió)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Mira al FUTURO (lo que podría ocurrir)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Trabaja con datos SEGUROS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Trabaja con la DUDA y el AZAR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Ej: Las notas del examen anterior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Ej: La chance de aprobar el próximo examen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¿Y esto para qué sirve?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En medicina: para saber si una vacuna funciona.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En negocios: para decidir qué producto vender más.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En ciencia: para descubrir patrones en la naturaleza.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¡En resumen: para tomar decisiones más inteligentes!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¡Te ayuda a no equivocarte tanto!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Palabras 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Población: TODO el grupo que quieres estudiar (ej: todos los estudiantes de un colegio).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Muestra: Una pequeña parte de ese grupo (ej: solo los estudiantes de tu salón).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Evento: Algo que puede pasar (ej: que salga 'cara' en una moneda).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Experimento: La acción que haces para ver qué pasa (ej: lanzar la moneda).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¡Estudiamos una muestra para entender a toda la población!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¡Un Experimento para Ti!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Lanza una moneda 10 veces y anota los resultados en un papel.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Estadística (tu lado detective): Cuenta cuántas 'caras' y cuántos 'sellos' te salieron.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Probabilidad (tu lado mago): ¿Qué crees que debería salir? Teóricamente, es 50 por ciento y 50 por ciento.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¿Tus resultados se parecen a la teoría? ¡A veces sí, a veces no! Eso es el azar.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La Escalera de la Probabilidad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Imposible (0 por ciento): Que un perro maúlle.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Poco probable (25 por ciento): Ganar una rifa con muchos números.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Puede ser (50 por ciento): Que salga 'sello' al lanzar una moneda.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Muy probable (75 por ciento): Que un helado se derrita en el sol.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Seguro (100 por ciento): Que después del 1 venga el 2.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¡Todo lo que puede pasar tiene un lugar en esta escalera!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¿Listo para la Aventura?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Ya sabes qué es la Estadística (el detective).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Ya sabes qué es la Probabilidad (el mago).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Viste que están en todos lados.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¡Ahora estás listo para aprender los trucos de cada uno!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En las próximas clases veremos: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Cómo hacer tablas y gráficos geniales.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Cómo encontrar el 'corazón' de los datos.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Cómo calcular las chances exactas de que algo pase.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