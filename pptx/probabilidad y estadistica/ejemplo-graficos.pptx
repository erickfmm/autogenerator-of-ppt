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Preferencias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Sheet1!$A$2:$A$6</c:f>
              <c:strCache>
                <c:ptCount val="5"/>
                <c:pt idx="0">
                  <c:v>Manzana</c:v>
                </c:pt>
                <c:pt idx="1">
                  <c:v>Plátano</c:v>
                </c:pt>
                <c:pt idx="2">
                  <c:v>Naranja</c:v>
                </c:pt>
                <c:pt idx="3">
                  <c:v>Uva</c:v>
                </c:pt>
                <c:pt idx="4">
                  <c:v>Fresa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23</c:v>
                </c:pt>
                <c:pt idx="2">
                  <c:v>18</c:v>
                </c:pt>
                <c:pt idx="3">
                  <c:v>12</c:v>
                </c:pt>
                <c:pt idx="4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Temperatura</c:v>
                </c:pt>
              </c:strCache>
            </c:strRef>
          </c:tx>
          <c:spPr>
            <a:ln w="38100">
              <a:solidFill>
                <a:srgbClr val="E74C3C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24</c:v>
                </c:pt>
                <c:pt idx="2">
                  <c:v>23</c:v>
                </c:pt>
                <c:pt idx="3">
                  <c:v>25</c:v>
                </c:pt>
                <c:pt idx="4">
                  <c:v>27</c:v>
                </c:pt>
                <c:pt idx="5">
                  <c:v>26</c:v>
                </c:pt>
                <c:pt idx="6">
                  <c:v>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Dormir</c:v>
                </c:pt>
                <c:pt idx="1">
                  <c:v>Estudiar</c:v>
                </c:pt>
                <c:pt idx="2">
                  <c:v>Jugar</c:v>
                </c:pt>
                <c:pt idx="3">
                  <c:v>Comer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Ejemplos de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¡Visualiza los datos de forma divertida! 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de Barras - Frutas Favoritas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de Líneas - Temperatura Semanal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Gráfico Circular - Distribución de Tiempo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Comparación con Tabla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Deporte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Participantes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Fútbol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Básquet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Vóley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Natación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